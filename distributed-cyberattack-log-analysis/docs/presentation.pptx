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ideLayoutIdLst>
    <p:slideLayoutId id="1" r:id="rId1"/>
  </p:slideLayoutIdLst>
  <p:notesSz cx="6858000" cy="9144000"/>
  <p:defaultTextStyle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/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/>
              <a:t>Distributed Cyberattack Log Analysis System</a:t>
            </a:r>
          </a:p>
          <a:p>
            <a:pPr>
              <a:buChar char="•"/>
            </a:pPr>
            <a:r>
              <a:rPr lang="en-US"/>
              <a:t>Final-Year Distributed Systems Project</a:t>
            </a:r>
          </a:p>
          <a:p>
            <a:pPr>
              <a:buChar char="•"/>
            </a:pPr>
            <a:r>
              <a:rPr lang="en-US"/>
              <a:t>Hadoop + HDFS + MapReduce (Python Streaming)</a:t>
            </a:r>
          </a:p>
          <a:p>
            <a:pPr>
              <a:buChar char="•"/>
            </a:pPr>
            <a:r>
              <a:rPr lang="en-US"/>
              <a:t>Rule-based cyberattack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/>
              <a:t>Problem Statement</a:t>
            </a:r>
          </a:p>
          <a:p>
            <a:pPr>
              <a:buChar char="•"/>
            </a:pPr>
            <a:r>
              <a:rPr lang="en-US"/>
              <a:t>Large-scale logs require distributed storage + processing</a:t>
            </a:r>
          </a:p>
          <a:p>
            <a:pPr>
              <a:buChar char="•"/>
            </a:pPr>
            <a:r>
              <a:rPr lang="en-US"/>
              <a:t>Detect brute-force, SQLi, XSS, DDoS</a:t>
            </a:r>
          </a:p>
          <a:p>
            <a:pPr>
              <a:buChar char="•"/>
            </a:pPr>
            <a:r>
              <a:rPr lang="en-US"/>
              <a:t>No ML/AI — rules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
 xmlns:r="http://schemas.openxmlformats.org/officeDocument/2006/relationships"
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<a:r><a:rPr lang="en-US" sz="3600"/><a:t>Minimum Distributed Architecture</a:t></a:r></a:p>
          <a:p><a:pPr><a:buChar char="•"/></a:pPr><a:r><a:rPr lang="en-US"/><a:t>Client node: generate & send logs</a:t></a:r></a:p><a:p><a:pPr><a:buChar char="•"/></a:pPr><a:r><a:rPr lang="en-US"/><a:t>Server node: NameNode + DataNode + MapReduce</a:t></a:r></a:p><a:p><a:pPr><a:buChar char="•"/></a:pPr><a:r><a:rPr lang="en-US"/><a:t>Scales to multiple clients & DataNodes</a:t></a:r></a:p>
        </p:txBody>
      </p:sp>
    </p:spTree>
  </p:cSld>
  <p:clrMapOvr><a:masterClrMapping/>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/>
              <a:t>Log Sources</a:t>
            </a:r>
          </a:p>
          <a:p>
            <a:pPr>
              <a:buChar char="•"/>
            </a:pPr>
            <a:r>
              <a:rPr lang="en-US"/>
              <a:t>Web server access logs (HTTP requests)</a:t>
            </a:r>
          </a:p>
          <a:p>
            <a:pPr>
              <a:buChar char="•"/>
            </a:pPr>
            <a:r>
              <a:rPr lang="en-US"/>
              <a:t>System auth logs (SSH failures)</a:t>
            </a:r>
          </a:p>
          <a:p>
            <a:pPr>
              <a:buChar char="•"/>
            </a:pPr>
            <a:r>
              <a:rPr lang="en-US"/>
              <a:t>System logs (service/kernel events)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/>
              <a:t>Pipeline</a:t>
            </a:r>
          </a:p>
          <a:p>
            <a:pPr>
              <a:buChar char="•"/>
            </a:pPr>
            <a:r>
              <a:rPr lang="en-US"/>
              <a:t>1) Generate logs</a:t>
            </a:r>
          </a:p>
          <a:p>
            <a:pPr>
              <a:buChar char="•"/>
            </a:pPr>
            <a:r>
              <a:rPr lang="en-US"/>
              <a:t>2) Transfer to server</a:t>
            </a:r>
          </a:p>
          <a:p>
            <a:pPr>
              <a:buChar char="•"/>
            </a:pPr>
            <a:r>
              <a:rPr lang="en-US"/>
              <a:t>3) Store in HDFS</a:t>
            </a:r>
          </a:p>
          <a:p>
            <a:pPr>
              <a:buChar char="•"/>
            </a:pPr>
            <a:r>
              <a:rPr lang="en-US"/>
              <a:t>4) MapReduce detection</a:t>
            </a:r>
          </a:p>
          <a:p>
            <a:pPr>
              <a:buChar char="•"/>
            </a:pPr>
            <a:r>
              <a:rPr lang="en-US"/>
              <a:t>5) Alerts +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/>
              <a:t>Detection Rules</a:t>
            </a:r>
          </a:p>
          <a:p>
            <a:pPr>
              <a:buChar char="•"/>
            </a:pPr>
            <a:r>
              <a:rPr lang="en-US"/>
              <a:t>Brute-force: &gt;=5 failed logins/IP/min</a:t>
            </a:r>
          </a:p>
          <a:p>
            <a:pPr>
              <a:buChar char="•"/>
            </a:pPr>
            <a:r>
              <a:rPr lang="en-US"/>
              <a:t>DDoS: &gt;=100 requests/IP/min</a:t>
            </a:r>
          </a:p>
          <a:p>
            <a:pPr>
              <a:buChar char="•"/>
            </a:pPr>
            <a:r>
              <a:rPr lang="en-US"/>
              <a:t>SQLi/XSS: suspicious URL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/>
              <a:t>MapReduce (Streaming)</a:t>
            </a:r>
          </a:p>
          <a:p>
            <a:pPr>
              <a:buChar char="•"/>
            </a:pPr>
            <a:r>
              <a:rPr lang="en-US"/>
              <a:t>Mappers parse logs + emit keys</a:t>
            </a:r>
          </a:p>
          <a:p>
            <a:pPr>
              <a:buChar char="•"/>
            </a:pPr>
            <a:r>
              <a:rPr lang="en-US"/>
              <a:t>Reducers aggregate + trigger alerts</a:t>
            </a:r>
          </a:p>
          <a:p>
            <a:pPr>
              <a:buChar char="•"/>
            </a:pPr>
            <a:r>
              <a:rPr lang="en-US"/>
              <a:t>Python for fast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/>
              <a:t>Outputs</a:t>
            </a:r>
          </a:p>
          <a:p>
            <a:pPr>
              <a:buChar char="•"/>
            </a:pPr>
            <a:r>
              <a:rPr lang="en-US"/>
              <a:t>Attack Detection Report (HDFS + CSV/TSV)</a:t>
            </a:r>
          </a:p>
          <a:p>
            <a:pPr>
              <a:buChar char="•"/>
            </a:pPr>
            <a:r>
              <a:rPr lang="en-US"/>
              <a:t>Summary Statistics Report</a:t>
            </a:r>
          </a:p>
          <a:p>
            <a:pPr>
              <a:buChar char="•"/>
            </a:pPr>
            <a:r>
              <a:rPr lang="en-US"/>
              <a:t>Optional Flask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
 xmlns:r="http://schemas.openxmlformats.org/officeDocument/2006/relationships"
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<a:r><a:rPr lang="en-US" sz="3600"/><a:t>Scalability & Fault Tolerance</a:t></a:r></a:p>
          <a:p><a:pPr><a:buChar char="•"/></a:pPr><a:r><a:rPr lang="en-US"/><a:t>HDFS replication protects data</a:t></a:r></a:p><a:p><a:pPr><a:buChar char="•"/></a:pPr><a:r><a:rPr lang="en-US"/><a:t>MapReduce parallelizes analysis</a:t></a:r></a:p><a:p><a:pPr><a:buChar char="•"/></a:pPr><a:r><a:rPr lang="en-US"/><a:t>Add nodes for scale</a:t></a:r></a:p>
        </p:txBody>
      </p:sp>
    </p:spTree>
  </p:cSld>
  <p:clrMapOvr><a:masterClrMapping/>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/>
              <a:t>Demo Plan</a:t>
            </a:r>
          </a:p>
          <a:p>
            <a:pPr>
              <a:buChar char="•"/>
            </a:pPr>
            <a:r>
              <a:rPr lang="en-US"/>
              <a:t>Generate logs on client</a:t>
            </a:r>
          </a:p>
          <a:p>
            <a:pPr>
              <a:buChar char="•"/>
            </a:pPr>
            <a:r>
              <a:rPr lang="en-US"/>
              <a:t>Transfer + load to HDFS</a:t>
            </a:r>
          </a:p>
          <a:p>
            <a:pPr>
              <a:buChar char="•"/>
            </a:pPr>
            <a:r>
              <a:rPr lang="en-US"/>
              <a:t>Run streaming jobs</a:t>
            </a:r>
          </a:p>
          <a:p>
            <a:pPr>
              <a:buChar char="•"/>
            </a:pPr>
            <a:r>
              <a:rPr lang="en-US"/>
              <a:t>Show alert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3600"/>
              <a:t>Conclusion</a:t>
            </a:r>
          </a:p>
          <a:p>
            <a:pPr>
              <a:buChar char="•"/>
            </a:pPr>
            <a:r>
              <a:rPr lang="en-US"/>
              <a:t>Clear distributed pipeline</a:t>
            </a:r>
          </a:p>
          <a:p>
            <a:pPr>
              <a:buChar char="•"/>
            </a:pPr>
            <a:r>
              <a:rPr lang="en-US"/>
              <a:t>Deterministic rule-based detection</a:t>
            </a:r>
          </a:p>
          <a:p>
            <a:pPr>
              <a:buChar char="•"/>
            </a:pPr>
            <a:r>
              <a:rPr lang="en-US"/>
              <a:t>Strong academic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Cyberattack Log Analysis</dc:title>
  <dc:creator>Codex</dc:creator>
  <cp:lastModifiedBy>Codex</cp:lastModifiedBy>
  <dcterms:created xsi:type="dcterms:W3CDTF">2026-02-05T18:55:08.981113Z</dcterms:created>
  <dcterms:modified xsi:type="dcterms:W3CDTF">2026-02-05T18:55:08.981161Z</dcterms:modified>
</cp:coreProperties>
</file>